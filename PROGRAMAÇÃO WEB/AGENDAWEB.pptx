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5" r:id="rId9"/>
    <p:sldId id="266" r:id="rId10"/>
    <p:sldId id="264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9C0D3F2-8F45-44C4-9F8C-5AB794847A3A}">
          <p14:sldIdLst>
            <p14:sldId id="256"/>
            <p14:sldId id="257"/>
            <p14:sldId id="258"/>
            <p14:sldId id="259"/>
            <p14:sldId id="262"/>
            <p14:sldId id="261"/>
            <p14:sldId id="263"/>
            <p14:sldId id="265"/>
            <p14:sldId id="266"/>
            <p14:sldId id="264"/>
            <p14:sldId id="267"/>
            <p14:sldId id="269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0D1A9-4177-4EAE-920D-C2BEBF9B49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AGENDAWEB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192478-5738-413D-8EF0-8C5A65E25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GRUPO 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17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3971B4D-5DF2-4287-83A0-17670C9E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 ONDE SURGIU A IDEIA?</a:t>
            </a:r>
            <a:endParaRPr lang="en-US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19BB6F46-235C-4283-9401-4A45E9FA8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373" y="1581698"/>
            <a:ext cx="9746239" cy="4652192"/>
          </a:xfrm>
        </p:spPr>
      </p:pic>
    </p:spTree>
    <p:extLst>
      <p:ext uri="{BB962C8B-B14F-4D97-AF65-F5344CB8AC3E}">
        <p14:creationId xmlns:p14="http://schemas.microsoft.com/office/powerpoint/2010/main" val="164315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34D02-613D-4D6B-8AAF-9C251AF6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STACKS UTILIZADAS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CFB34E-CA94-4486-9570-80F219787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Node.js</a:t>
            </a:r>
          </a:p>
          <a:p>
            <a:r>
              <a:rPr lang="pt-BR" dirty="0"/>
              <a:t>Express.js</a:t>
            </a:r>
          </a:p>
          <a:p>
            <a:r>
              <a:rPr lang="en-US" dirty="0"/>
              <a:t>Express-Session</a:t>
            </a:r>
          </a:p>
          <a:p>
            <a:r>
              <a:rPr lang="en-US" dirty="0" err="1"/>
              <a:t>Sequelize</a:t>
            </a:r>
            <a:endParaRPr lang="en-US" dirty="0"/>
          </a:p>
          <a:p>
            <a:r>
              <a:rPr lang="en-US" dirty="0"/>
              <a:t>SQLite3</a:t>
            </a:r>
          </a:p>
          <a:p>
            <a:r>
              <a:rPr lang="en-US" dirty="0"/>
              <a:t>Mustache</a:t>
            </a:r>
          </a:p>
        </p:txBody>
      </p:sp>
    </p:spTree>
    <p:extLst>
      <p:ext uri="{BB962C8B-B14F-4D97-AF65-F5344CB8AC3E}">
        <p14:creationId xmlns:p14="http://schemas.microsoft.com/office/powerpoint/2010/main" val="295663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61634-66E2-4142-8C07-4AF163D6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ARQUITETURA DO PROJETO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584FF9-5B73-4707-A434-B3235127F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Models</a:t>
            </a:r>
          </a:p>
          <a:p>
            <a:r>
              <a:rPr lang="pt-BR" dirty="0" err="1"/>
              <a:t>Views</a:t>
            </a:r>
            <a:endParaRPr lang="pt-BR" dirty="0"/>
          </a:p>
          <a:p>
            <a:r>
              <a:rPr lang="pt-BR" dirty="0" err="1"/>
              <a:t>Controllers</a:t>
            </a:r>
            <a:endParaRPr lang="pt-BR" dirty="0"/>
          </a:p>
          <a:p>
            <a:r>
              <a:rPr lang="pt-BR" dirty="0"/>
              <a:t>Services</a:t>
            </a:r>
          </a:p>
          <a:p>
            <a:r>
              <a:rPr lang="pt-BR" dirty="0" err="1"/>
              <a:t>Routes</a:t>
            </a:r>
            <a:endParaRPr lang="pt-BR" dirty="0"/>
          </a:p>
          <a:p>
            <a:r>
              <a:rPr lang="pt-BR" dirty="0"/>
              <a:t>Middlewares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86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1. Cadastro de usuários – usuarioController.js</a:t>
            </a:r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644B0B-CF2B-4607-B71C-78CAB9B9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328" y="1618786"/>
            <a:ext cx="5849166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2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2. Login/Logout do usuário – usuarioController.js</a:t>
            </a:r>
            <a:br>
              <a:rPr lang="pt-BR" dirty="0"/>
            </a:b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B1887F-58A9-4416-AB34-255393C77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81" y="1550786"/>
            <a:ext cx="4725059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0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3. Cadastro de Produto – servicoController.js</a:t>
            </a:r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276E0F8-3ECF-4F4A-AAA0-BFB05CFB7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301" y="1749556"/>
            <a:ext cx="604921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3. Cadastro de Produto – agendamentoController.js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6B4556-4AD7-402C-902F-F3A76EA0D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80" y="1654125"/>
            <a:ext cx="7564861" cy="457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4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4. Listagem de Produtos – servicos.html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5D009E-B057-4011-B3B0-EB1637E5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515" y="1549417"/>
            <a:ext cx="7934792" cy="471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20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4. Listagem de Produtos – servicoController.js</a:t>
            </a:r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6555D9-E0DD-453B-BFF8-22AF2F5CE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194" y="1905000"/>
            <a:ext cx="8659433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5. Edição de Produto – agendamentoController.js</a:t>
            </a:r>
            <a:endParaRPr lang="en-US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5B87882-08B8-4EA9-A652-199A1AAB5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27" y="1610686"/>
            <a:ext cx="7044836" cy="513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18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6. Exclusão de Produto – servicoService.js</a:t>
            </a:r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CE5B33C-60D6-409D-8369-6CB5BF6A8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065" y="1895261"/>
            <a:ext cx="459169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2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15186-0A29-440F-B19D-6249B33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REQUISITOS PEDIDOS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7D12B-CE58-4E87-B489-3A57CDD7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175379"/>
            <a:ext cx="8915400" cy="3777622"/>
          </a:xfrm>
        </p:spPr>
        <p:txBody>
          <a:bodyPr/>
          <a:lstStyle/>
          <a:p>
            <a:pPr algn="ctr"/>
            <a:r>
              <a:rPr lang="pt-BR" dirty="0"/>
              <a:t>6. Exclusão de Produto – agendamentoController.js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0F9EF0-7764-469E-8463-202A266D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562" y="1905000"/>
            <a:ext cx="8754697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58906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153</TotalTime>
  <Words>132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Cacho</vt:lpstr>
      <vt:lpstr>AGENDAWEB</vt:lpstr>
      <vt:lpstr>DE ONDE SURGIU A IDEIA?</vt:lpstr>
      <vt:lpstr>STACKS UTILIZADAS</vt:lpstr>
      <vt:lpstr>ARQUITETURA DO PROJETO</vt:lpstr>
      <vt:lpstr>REQUISITOS PEDIDOS</vt:lpstr>
      <vt:lpstr>REQUISITOS PEDIDOS</vt:lpstr>
      <vt:lpstr>REQUISITOS PEDIDOS</vt:lpstr>
      <vt:lpstr>REQUISITOS PEDIDOS</vt:lpstr>
      <vt:lpstr>REQUISITOS PEDIDOS</vt:lpstr>
      <vt:lpstr>REQUISITOS PEDIDOS</vt:lpstr>
      <vt:lpstr>REQUISITOS PEDIDOS</vt:lpstr>
      <vt:lpstr>REQUISITOS PEDIDOS</vt:lpstr>
      <vt:lpstr>REQUISITOS PEDIDOS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AGENDAWEB</dc:title>
  <dc:creator>edu</dc:creator>
  <cp:lastModifiedBy>edu</cp:lastModifiedBy>
  <cp:revision>2</cp:revision>
  <dcterms:created xsi:type="dcterms:W3CDTF">2026-06-22T15:10:27Z</dcterms:created>
  <dcterms:modified xsi:type="dcterms:W3CDTF">2026-06-22T18:24:39Z</dcterms:modified>
</cp:coreProperties>
</file>